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and say it is built using the MERN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problem, the solution, and the main purpose: saving patients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main features. Only claim features that are actually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each technology in one line: React frontend, Node runtime, Express APIs, MongoDB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booking flow from patient interaction to storing the appointment.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practical benefits and basic validation. Be honest about what the current version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project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640080"/>
            <a:ext cx="1828800" cy="1828800"/>
          </a:xfrm>
          <a:prstGeom prst="ellipse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011680"/>
            <a:ext cx="1005840" cy="1005840"/>
          </a:xfrm>
          <a:prstGeom prst="ellipse">
            <a:avLst/>
          </a:prstGeom>
          <a:solidFill>
            <a:srgbClr val="3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3017520"/>
            <a:ext cx="685800" cy="685800"/>
          </a:xfrm>
          <a:prstGeom prst="ellipse">
            <a:avLst/>
          </a:prstGeom>
          <a:solidFill>
            <a:srgbClr val="4AB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2470" y="315595"/>
            <a:ext cx="77724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FE2E0"/>
                </a:solidFill>
                <a:latin typeface="Aptos"/>
              </a:defRPr>
            </a:pPr>
            <a:r>
              <a:t>MERN STACK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" y="818514"/>
            <a:ext cx="7772400" cy="1325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Doctor Appointment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Booking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580" y="2194560"/>
            <a:ext cx="6949440" cy="8229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E0EBF4"/>
                </a:solidFill>
                <a:latin typeface="Aptos"/>
              </a:defRPr>
            </a:pPr>
            <a:r>
              <a:t>A simple online platform to find doctors and book appointments more conveniently.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580" y="3267075"/>
            <a:ext cx="2926080" cy="502920"/>
          </a:xfrm>
          <a:prstGeom prst="round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81121"/>
            <a:ext cx="26517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REACT  •  NODE  •  EXPRESS  •  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580" y="4019550"/>
            <a:ext cx="5943600" cy="2291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C4D2E0"/>
                </a:solidFill>
                <a:latin typeface="Aptos"/>
              </a:defRPr>
            </a:pPr>
            <a:r>
              <a:rPr lang="en-US" sz="2000"/>
              <a:t>Presented by:</a:t>
            </a:r>
            <a:endParaRPr lang="en-US" sz="2000"/>
          </a:p>
          <a:p>
            <a:pPr>
              <a:spcAft>
                <a:spcPts val="800"/>
              </a:spcAft>
              <a:defRPr sz="1200" b="0">
                <a:solidFill>
                  <a:srgbClr val="C4D2E0"/>
                </a:solidFill>
                <a:latin typeface="Aptos"/>
              </a:defRPr>
            </a:pPr>
            <a:r>
              <a:rPr lang="en-US" sz="2000"/>
              <a:t>         A.</a:t>
            </a:r>
            <a:r>
              <a:rPr sz="2000"/>
              <a:t>Pr</a:t>
            </a:r>
            <a:r>
              <a:rPr lang="en-US" sz="2000"/>
              <a:t>aneetha-25MVCSMR0001</a:t>
            </a:r>
            <a:endParaRPr lang="en-US" sz="2000"/>
          </a:p>
          <a:p>
            <a:pPr>
              <a:spcAft>
                <a:spcPts val="800"/>
              </a:spcAft>
              <a:defRPr sz="1200" b="0">
                <a:solidFill>
                  <a:srgbClr val="C4D2E0"/>
                </a:solidFill>
                <a:latin typeface="Aptos"/>
              </a:defRPr>
            </a:pPr>
            <a:r>
              <a:rPr lang="en-US" sz="2000"/>
              <a:t>         L.Gayathri-25MVCSMR0052</a:t>
            </a:r>
            <a:endParaRPr lang="en-US" sz="2000"/>
          </a:p>
          <a:p>
            <a:pPr>
              <a:spcAft>
                <a:spcPts val="800"/>
              </a:spcAft>
              <a:defRPr sz="1200" b="0">
                <a:solidFill>
                  <a:srgbClr val="C4D2E0"/>
                </a:solidFill>
                <a:latin typeface="Aptos"/>
              </a:defRPr>
            </a:pPr>
            <a:r>
              <a:rPr lang="en-US" sz="2000"/>
              <a:t>         P.Shivani-25MVCSMR0068</a:t>
            </a:r>
            <a:endParaRPr lang="en-US" sz="2000"/>
          </a:p>
          <a:p>
            <a:pPr>
              <a:spcAft>
                <a:spcPts val="800"/>
              </a:spcAft>
              <a:defRPr sz="1200" b="0">
                <a:solidFill>
                  <a:srgbClr val="C4D2E0"/>
                </a:solidFill>
                <a:latin typeface="Aptos"/>
              </a:defRPr>
            </a:pPr>
            <a:r>
              <a:rPr lang="en-US" sz="2000"/>
              <a:t>         V.Lakshmi Prasanna-25MVCSMR0089</a:t>
            </a:r>
            <a:endParaRPr lang="en-US"/>
          </a:p>
          <a:p>
            <a:pPr>
              <a:spcAft>
                <a:spcPts val="800"/>
              </a:spcAft>
              <a:defRPr sz="1200" b="0">
                <a:solidFill>
                  <a:srgbClr val="C4D2E0"/>
                </a:solidFill>
                <a:latin typeface="Aptos"/>
              </a:defRPr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B4B"/>
                </a:solidFill>
                <a:latin typeface="Aptos"/>
              </a:defRPr>
            </a:pPr>
            <a:r>
              <a:t>1. Problem Statement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1097280" cy="6400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C6C7A"/>
                </a:solidFill>
                <a:latin typeface="Aptos"/>
              </a:defRPr>
            </a:pPr>
            <a:r>
              <a:t>2/7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9848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8F9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69848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42B4B"/>
                </a:solidFill>
                <a:latin typeface="Aptos"/>
              </a:defRPr>
            </a:pPr>
            <a:r>
              <a:t>Build a MERN-based doctor appointment booking system where patients can search for doctors and book appointments.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063240"/>
            <a:ext cx="73152" cy="20574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209544"/>
            <a:ext cx="31089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685032"/>
            <a:ext cx="3090672" cy="1344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Finding a suitable doctor and arranging a visit can take time and effort.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06324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063240"/>
            <a:ext cx="73152" cy="2057400"/>
          </a:xfrm>
          <a:prstGeom prst="rect">
            <a:avLst/>
          </a:prstGeom>
          <a:solidFill>
            <a:srgbClr val="3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209544"/>
            <a:ext cx="310896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685032"/>
            <a:ext cx="3090672" cy="1344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Provide one website to search for doctors and choose an available appointment.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06324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3063240"/>
            <a:ext cx="73152" cy="2057400"/>
          </a:xfrm>
          <a:prstGeom prst="rect">
            <a:avLst/>
          </a:prstGeom>
          <a:solidFill>
            <a:srgbClr val="27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320954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Main 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685032"/>
            <a:ext cx="3044952" cy="1344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Save patients’ time and make appointment booking easier and more organized.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23560"/>
            <a:ext cx="1051560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5C6C7A"/>
                </a:solidFill>
                <a:latin typeface="Aptos"/>
              </a:defRPr>
            </a:pPr>
            <a:r>
              <a:t>Focus: doctor details • patient details • date • time • department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B4B"/>
                </a:solidFill>
                <a:latin typeface="Aptos"/>
              </a:defRPr>
            </a:pPr>
            <a:r>
              <a:t>2. Main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1097280" cy="6400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C6C7A"/>
                </a:solidFill>
                <a:latin typeface="Aptos"/>
              </a:defRPr>
            </a:pPr>
            <a:r>
              <a:t>3/7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Search doctors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30449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Find doctors by name or department.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6362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View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449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See relevant doctor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Choose a slot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039112"/>
            <a:ext cx="30449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Select a suitable date and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73152" cy="18288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4962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Book appointment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25112"/>
            <a:ext cx="30449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Submit an appointment request online.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03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703320"/>
            <a:ext cx="73152" cy="18288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84962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Manage appointments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325112"/>
            <a:ext cx="30449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View or cancel a booking, if enabled.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03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703320"/>
            <a:ext cx="73152" cy="18288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849624"/>
            <a:ext cx="30632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Data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325112"/>
            <a:ext cx="30449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Keep appointment records organized.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B4B"/>
                </a:solidFill>
                <a:latin typeface="Aptos"/>
              </a:defRPr>
            </a:pPr>
            <a:r>
              <a:t>3. Technologies Used — MERN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1097280" cy="6400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C6C7A"/>
                </a:solidFill>
                <a:latin typeface="Aptos"/>
              </a:defRPr>
            </a:pPr>
            <a:r>
              <a:t>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89888"/>
            <a:ext cx="10607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89888"/>
            <a:ext cx="73152" cy="93268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36192"/>
            <a:ext cx="1024128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11680"/>
            <a:ext cx="102229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Frontend  —  Builds the pages and forms users see and interact with.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32888"/>
            <a:ext cx="10607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532888"/>
            <a:ext cx="73152" cy="932688"/>
          </a:xfrm>
          <a:prstGeom prst="rect">
            <a:avLst/>
          </a:prstGeom>
          <a:solidFill>
            <a:srgbClr val="3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679192"/>
            <a:ext cx="1024128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154680"/>
            <a:ext cx="102229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Runtime  —  Runs JavaScript on the server side.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75887"/>
            <a:ext cx="10607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675887"/>
            <a:ext cx="73152" cy="932688"/>
          </a:xfrm>
          <a:prstGeom prst="rect">
            <a:avLst/>
          </a:prstGeom>
          <a:solidFill>
            <a:srgbClr val="27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822191"/>
            <a:ext cx="1024128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297679"/>
            <a:ext cx="102229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Backend framework  —  Creates APIs and handles requests and responses.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18888"/>
            <a:ext cx="106070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818888"/>
            <a:ext cx="73152" cy="932688"/>
          </a:xfrm>
          <a:prstGeom prst="rect">
            <a:avLst/>
          </a:prstGeom>
          <a:solidFill>
            <a:srgbClr val="B17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965192"/>
            <a:ext cx="1024128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440679"/>
            <a:ext cx="10222992" cy="21945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Database  —  Stores doctor, patient, and appointment information.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44768"/>
            <a:ext cx="1042416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2B4B"/>
                </a:solidFill>
                <a:latin typeface="Aptos"/>
              </a:defRPr>
            </a:pPr>
            <a:r>
              <a:t>MERN = MongoDB + Express.js + React.js + Node.js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325120"/>
            <a:ext cx="12191695" cy="6858000"/>
          </a:xfrm>
          <a:prstGeom prst="rect">
            <a:avLst/>
          </a:prstGeom>
          <a:solidFill>
            <a:srgbClr val="F1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B4B"/>
                </a:solidFill>
                <a:latin typeface="Aptos"/>
              </a:defRPr>
            </a:pPr>
            <a:r>
              <a:t>4. How the Website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1097280" cy="6400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C6C7A"/>
                </a:solidFill>
                <a:latin typeface="Aptos"/>
              </a:defRPr>
            </a:pPr>
            <a:r>
              <a:t>5/7</a:t>
            </a:r>
          </a:p>
        </p:txBody>
      </p:sp>
      <p:sp>
        <p:nvSpPr>
          <p:cNvPr id="6" name="Oval 5"/>
          <p:cNvSpPr/>
          <p:nvPr/>
        </p:nvSpPr>
        <p:spPr>
          <a:xfrm>
            <a:off x="1078992" y="1600200"/>
            <a:ext cx="566928" cy="566928"/>
          </a:xfrm>
          <a:prstGeom prst="ellipse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19072"/>
            <a:ext cx="566928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73152" cy="20574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69464"/>
            <a:ext cx="1371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Patient opens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593592"/>
            <a:ext cx="1353312" cy="1344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React.js displays the 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182112"/>
            <a:ext cx="45720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008F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3410712" y="1600200"/>
            <a:ext cx="566928" cy="566928"/>
          </a:xfrm>
          <a:prstGeom prst="ellipse">
            <a:avLst/>
          </a:prstGeom>
          <a:solidFill>
            <a:srgbClr val="3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719072"/>
            <a:ext cx="566928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42316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2423160"/>
            <a:ext cx="73152" cy="20574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569464"/>
            <a:ext cx="1371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Searches for a doctor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044952"/>
            <a:ext cx="1353312" cy="10185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The patient views doctor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82112"/>
            <a:ext cx="45720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008F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5742432" y="1600200"/>
            <a:ext cx="566928" cy="566928"/>
          </a:xfrm>
          <a:prstGeom prst="ellipse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1719072"/>
            <a:ext cx="566928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242316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66360" y="2423160"/>
            <a:ext cx="73152" cy="20574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7528" y="2569464"/>
            <a:ext cx="1371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Chooses date &amp;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3044952"/>
            <a:ext cx="1353312" cy="10185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The patient selects an available slot.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182112"/>
            <a:ext cx="45720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008F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8074152" y="1600200"/>
            <a:ext cx="566928" cy="566928"/>
          </a:xfrm>
          <a:prstGeom prst="ellipse">
            <a:avLst/>
          </a:prstGeom>
          <a:solidFill>
            <a:srgbClr val="3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4152" y="1719072"/>
            <a:ext cx="566928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242316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2423160"/>
            <a:ext cx="73152" cy="20574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2569464"/>
            <a:ext cx="1371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Request goes to 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3342132"/>
            <a:ext cx="1353312" cy="1344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Express.js API running on Node.js processes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3182112"/>
            <a:ext cx="45720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008F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10405872" y="1600200"/>
            <a:ext cx="566928" cy="566928"/>
          </a:xfrm>
          <a:prstGeom prst="ellipse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05872" y="1719072"/>
            <a:ext cx="566928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2423160"/>
            <a:ext cx="1737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29800" y="2423160"/>
            <a:ext cx="73152" cy="20574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30968" y="2569464"/>
            <a:ext cx="137160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Appointment data is saved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2558" y="3355467"/>
            <a:ext cx="1353312" cy="13441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MongoDB stores the booking details.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074920"/>
            <a:ext cx="10698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42B4B"/>
                </a:solidFill>
                <a:latin typeface="Aptos"/>
              </a:defRPr>
            </a:pPr>
            <a:r>
              <a:t>React frontend  →  Express API / Node.js backend  →  MongoDB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B4B"/>
                </a:solidFill>
                <a:latin typeface="Aptos"/>
              </a:defRPr>
            </a:pPr>
            <a:r>
              <a:t>5. Benefits &amp; Basic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24128"/>
            <a:ext cx="1097280" cy="6400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C6C7A"/>
                </a:solidFill>
                <a:latin typeface="Aptos"/>
              </a:defRPr>
            </a:pPr>
            <a:r>
              <a:t>6/7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48920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Benefits for 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48737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Saves time</a:t>
            </a:r>
          </a:p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Makes booking convenient</a:t>
            </a:r>
          </a:p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Helps find doctors more easily</a:t>
            </a:r>
          </a:p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Keeps appointment details organized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3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63624"/>
            <a:ext cx="48920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Benefits for the 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39112"/>
            <a:ext cx="48737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Centralizes booking information</a:t>
            </a:r>
          </a:p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Makes appointment records easier to manage</a:t>
            </a:r>
          </a:p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Reduces manual coordination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73152" cy="1828800"/>
          </a:xfrm>
          <a:prstGeom prst="rect">
            <a:avLst/>
          </a:prstGeom>
          <a:solidFill>
            <a:srgbClr val="27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758184"/>
            <a:ext cx="48920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Input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33672"/>
            <a:ext cx="48737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Check required fields</a:t>
            </a:r>
          </a:p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Validate date and time</a:t>
            </a:r>
          </a:p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• Prevent incomplete booking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1188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73152" cy="1828800"/>
          </a:xfrm>
          <a:prstGeom prst="rect">
            <a:avLst/>
          </a:prstGeom>
          <a:solidFill>
            <a:srgbClr val="B17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758184"/>
            <a:ext cx="48920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Important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33672"/>
            <a:ext cx="4873752" cy="11155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Only describe validation, login, cancellation, or admin features in the viva if they are actually implemented in your version.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C6C7A"/>
                </a:solidFill>
                <a:latin typeface="Aptos"/>
              </a:defRPr>
            </a:pPr>
            <a:r>
              <a:t>A reliable booking system should also handle errors and unavailable slots clearly.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9848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6.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417320"/>
            <a:ext cx="1143000" cy="64008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24128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The Doctor Appointment Booking Website makes it easier for patients to search for doctors and book appointments online.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3756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337560"/>
            <a:ext cx="73152" cy="137160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483864"/>
            <a:ext cx="28346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959352"/>
            <a:ext cx="2816352" cy="6583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Save time and simplify booking.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33756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3337560"/>
            <a:ext cx="73152" cy="1371600"/>
          </a:xfrm>
          <a:prstGeom prst="rect">
            <a:avLst/>
          </a:prstGeom>
          <a:solidFill>
            <a:srgbClr val="377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483864"/>
            <a:ext cx="28346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959352"/>
            <a:ext cx="2816352" cy="6583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MERN stack web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33756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337560"/>
            <a:ext cx="73152" cy="1371600"/>
          </a:xfrm>
          <a:prstGeom prst="rect">
            <a:avLst/>
          </a:prstGeom>
          <a:solidFill>
            <a:srgbClr val="27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3483864"/>
            <a:ext cx="28346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B4B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959352"/>
            <a:ext cx="2816352" cy="6583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A3643"/>
                </a:solidFill>
                <a:latin typeface="Aptos"/>
              </a:defRPr>
            </a:pPr>
            <a:r>
              <a:t>More convenient appointment management.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970" y="5269230"/>
            <a:ext cx="10332720" cy="51625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8FE2E0"/>
                </a:solidFill>
                <a:latin typeface="Aptos"/>
              </a:defRPr>
            </a:pPr>
            <a:r>
              <a:t>Thank you</a:t>
            </a:r>
            <a:r>
              <a:rPr lang="en-US"/>
              <a:t>....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2773</Words>
  <Application>WPS Presentation</Application>
  <PresentationFormat>On-screen Show (4:3)</PresentationFormat>
  <Paragraphs>179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WPS_1782459162</cp:lastModifiedBy>
  <cp:revision>2</cp:revision>
  <dcterms:created xsi:type="dcterms:W3CDTF">2013-01-27T09:14:00Z</dcterms:created>
  <dcterms:modified xsi:type="dcterms:W3CDTF">2026-10-10T04:25:21Z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01C83B6736F84ACE811B013EAE83E30F_12</vt:lpwstr>
  </property>
</Properties>
</file>